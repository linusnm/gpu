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Override PartName="/ppt/media/image10.gif" ContentType="image/gif"/>
  <Override PartName="/ppt/media/image1.wmf" ContentType="image/x-wmf"/>
  <Override PartName="/ppt/media/image2.wmf" ContentType="image/x-wmf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4" r:id="rId3"/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6.xml"/><Relationship Id="rId4" Type="http://schemas.openxmlformats.org/officeDocument/2006/relationships/slideMaster" Target="slideMasters/slideMaster1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2.wmf"/><Relationship Id="rId4" Type="http://schemas.openxmlformats.org/officeDocument/2006/relationships/image" Target="../media/image3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4.png"/><Relationship Id="rId4" Type="http://schemas.openxmlformats.org/officeDocument/2006/relationships/image" Target="../media/image3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4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3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4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7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Relationship Id="rId3" Type="http://schemas.openxmlformats.org/officeDocument/2006/relationships/image" Target="../media/image8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Relationship Id="rId3" Type="http://schemas.openxmlformats.org/officeDocument/2006/relationships/image" Target="../media/image7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Relationship Id="rId3" Type="http://schemas.openxmlformats.org/officeDocument/2006/relationships/image" Target="../media/image8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wmf"/><Relationship Id="rId3" Type="http://schemas.openxmlformats.org/officeDocument/2006/relationships/image" Target="../media/image6.png"/><Relationship Id="rId4" Type="http://schemas.openxmlformats.org/officeDocument/2006/relationships/image" Target="../media/image7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wmf"/><Relationship Id="rId3" Type="http://schemas.openxmlformats.org/officeDocument/2006/relationships/image" Target="../media/image8.png"/><Relationship Id="rId4" Type="http://schemas.openxmlformats.org/officeDocument/2006/relationships/image" Target="../media/image7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wmf"/><Relationship Id="rId3" Type="http://schemas.openxmlformats.org/officeDocument/2006/relationships/image" Target="../media/image8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wmf"/><Relationship Id="rId3" Type="http://schemas.openxmlformats.org/officeDocument/2006/relationships/image" Target="../media/image7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wmf"/><Relationship Id="rId3" Type="http://schemas.openxmlformats.org/officeDocument/2006/relationships/image" Target="../media/image8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le Slide">
    <p:bg>
      <p:bgPr>
        <a:solidFill>
          <a:srgbClr val="4B2E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60440" y="645120"/>
            <a:ext cx="6968520" cy="2637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5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rPr>
              <a:t>TITLE HERE</a:t>
            </a:r>
            <a:br>
              <a:rPr sz="5000"/>
            </a:br>
            <a:r>
              <a:rPr lang="en-US" sz="5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rPr>
              <a:t>ENCODE NORMAL</a:t>
            </a:r>
            <a:br>
              <a:rPr sz="5000"/>
            </a:br>
            <a:r>
              <a:rPr lang="en-US" sz="5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rPr>
              <a:t>BLACK, 50 PT.</a:t>
            </a:r>
            <a:endParaRPr lang="en-US" sz="5000" b="1" u="none" strike="noStrike">
              <a:solidFill>
                <a:schemeClr val="lt2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3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68080" y="3426480"/>
            <a:ext cx="1596240" cy="13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568080" y="4598640"/>
            <a:ext cx="2412360" cy="20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484040" y="4219920"/>
            <a:ext cx="1367640" cy="91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297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Slide">
    <p:bg>
      <p:bgPr>
        <a:solidFill>
          <a:srgbClr val="4B2E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60440" y="645120"/>
            <a:ext cx="7019640" cy="2637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5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rPr>
              <a:t>TITLE HERE </a:t>
            </a:r>
            <a:br>
              <a:rPr sz="5000"/>
            </a:br>
            <a:r>
              <a:rPr lang="en-US" sz="5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rPr>
              <a:t>ENCODE NORMAL BLACK, 50 PT.</a:t>
            </a:r>
            <a:endParaRPr lang="en-US" sz="5000" b="1" u="none" strike="noStrike">
              <a:solidFill>
                <a:schemeClr val="lt2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8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68080" y="3426480"/>
            <a:ext cx="1596240" cy="13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568080" y="4675680"/>
            <a:ext cx="2536200" cy="16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484040" y="4219920"/>
            <a:ext cx="1367640" cy="919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eader + Subheader + Content">
    <p:bg>
      <p:bgPr>
        <a:solidFill>
          <a:srgbClr val="4B2E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47840" y="371520"/>
            <a:ext cx="8193240" cy="98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rPr>
              <a:t>HEADER HERE </a:t>
            </a:r>
            <a:br>
              <a:rPr sz="3000"/>
            </a:br>
            <a:r>
              <a:rPr lang="en-US" sz="3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rPr>
              <a:t>(ENCODE NORMAL BLACK, 30 PT.)</a:t>
            </a:r>
            <a:endParaRPr lang="en-US" sz="3000" b="1" u="none" strike="noStrike">
              <a:solidFill>
                <a:schemeClr val="lt2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12" name="Pictur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49000" y="1363680"/>
            <a:ext cx="1099800" cy="9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60440" y="1730520"/>
            <a:ext cx="8180640" cy="40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9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lt2"/>
                </a:solidFill>
                <a:effectLst/>
                <a:uFillTx/>
                <a:latin typeface="Uni Sans Regular"/>
                <a:ea typeface="Uni Sans Regular"/>
              </a:defRPr>
            </a:lvl1pPr>
          </a:lstStyle>
          <a:p>
            <a:pPr indent="0" algn="l" defTabSz="457200">
              <a:lnSpc>
                <a:spcPct val="9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lt2"/>
                </a:solidFill>
                <a:effectLst/>
                <a:uFillTx/>
                <a:latin typeface="Uni Sans Regular"/>
                <a:ea typeface="Uni Sans Regular"/>
              </a:rPr>
              <a:t>SUB-HEADER HERE (UNI SANS REGULAR, 24 PT.)</a:t>
            </a:r>
            <a:endParaRPr lang="en-US" sz="2400" b="1" u="none" strike="noStrike">
              <a:solidFill>
                <a:schemeClr val="lt2"/>
              </a:solidFill>
              <a:effectLst/>
              <a:uFillTx/>
              <a:latin typeface="Open San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47840" y="2320200"/>
            <a:ext cx="8193240" cy="224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FFFFFF"/>
              </a:buClr>
              <a:buFont typeface="Lucida Grande"/>
              <a:buChar char="&gt;"/>
              <a:tabLst>
                <a:tab pos="0" algn="l"/>
              </a:tabLst>
              <a:defRPr lang="en-US" sz="24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Arial"/>
              <a:buChar char="–"/>
              <a:tabLst>
                <a:tab pos="0" algn="l"/>
              </a:tabLst>
              <a:defRPr lang="en-US" sz="20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FFFFFF"/>
              </a:buClr>
              <a:buFont typeface="Lucida Grande"/>
              <a:buChar char="&gt;"/>
              <a:tabLst>
                <a:tab pos="0" algn="l"/>
              </a:tabLst>
              <a:defRPr lang="en-US" sz="18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Font typeface="Arial"/>
              <a:buChar char="–"/>
              <a:tabLst>
                <a:tab pos="0" algn="l"/>
              </a:tabLst>
              <a:defRPr lang="en-US" sz="16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defRPr>
            </a:lvl4pPr>
            <a:lvl5pPr lvl="4" algn="l" defTabSz="457200">
              <a:lnSpc>
                <a:spcPct val="100000"/>
              </a:lnSpc>
              <a:spcBef>
                <a:spcPts val="281"/>
              </a:spcBef>
              <a:buClr>
                <a:srgbClr val="FFFFFF"/>
              </a:buClr>
              <a:buFont typeface="Lucida Grande"/>
              <a:buChar char="&gt;"/>
              <a:tabLst>
                <a:tab pos="0" algn="l"/>
              </a:tabLst>
              <a:defRPr lang="en-US" sz="14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FFFFFF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rPr>
              <a:t>Content here (Open Sans Bold, 24 pt.)</a:t>
            </a:r>
            <a:endParaRPr lang="en-US" sz="2400" b="1" u="none" strike="noStrike">
              <a:solidFill>
                <a:schemeClr val="lt2"/>
              </a:solidFill>
              <a:effectLst/>
              <a:uFillTx/>
              <a:latin typeface="Open San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rPr>
              <a:t>Second level (Open Sans Bold, 20)</a:t>
            </a:r>
            <a:endParaRPr lang="en-US" sz="2000" b="1" u="none" strike="noStrike">
              <a:solidFill>
                <a:schemeClr val="lt2"/>
              </a:solidFill>
              <a:effectLst/>
              <a:uFillTx/>
              <a:latin typeface="Open San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FFFFFF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rPr>
              <a:t>Third level (Open Sans Bold, 18)</a:t>
            </a:r>
            <a:endParaRPr lang="en-US" sz="1800" b="1" u="none" strike="noStrike">
              <a:solidFill>
                <a:schemeClr val="lt2"/>
              </a:solidFill>
              <a:effectLst/>
              <a:uFillTx/>
              <a:latin typeface="Open San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rPr>
              <a:t>Fourth level (Open Sans Bold, 16)</a:t>
            </a:r>
            <a:endParaRPr lang="en-US" sz="1600" b="1" u="none" strike="noStrike">
              <a:solidFill>
                <a:schemeClr val="lt2"/>
              </a:solidFill>
              <a:effectLst/>
              <a:uFillTx/>
              <a:latin typeface="Open San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281"/>
              </a:spcBef>
              <a:buClr>
                <a:srgbClr val="FFFFFF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rPr>
              <a:t>Fifth level (Open Sans Bold, 14)</a:t>
            </a:r>
            <a:endParaRPr lang="en-US" sz="1400" b="1" u="none" strike="noStrike">
              <a:solidFill>
                <a:schemeClr val="lt2"/>
              </a:solidFill>
              <a:effectLst/>
              <a:uFillTx/>
              <a:latin typeface="Open Sans"/>
            </a:endParaRPr>
          </a:p>
        </p:txBody>
      </p:sp>
      <p:pic>
        <p:nvPicPr>
          <p:cNvPr id="15" name="Pictur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104880" y="4675680"/>
            <a:ext cx="2536200" cy="1684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eader + Content">
    <p:bg>
      <p:bgPr>
        <a:solidFill>
          <a:srgbClr val="4B2E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47840" y="369720"/>
            <a:ext cx="8193240" cy="98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rPr>
              <a:t>HEADER HERE </a:t>
            </a:r>
            <a:br>
              <a:rPr sz="3000"/>
            </a:br>
            <a:r>
              <a:rPr lang="en-US" sz="3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rPr>
              <a:t>(ENCODE NORMAL BLACK, 30 PT.)</a:t>
            </a:r>
            <a:endParaRPr lang="en-US" sz="3000" b="1" u="none" strike="noStrike">
              <a:solidFill>
                <a:schemeClr val="lt2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17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49000" y="1363680"/>
            <a:ext cx="1099800" cy="9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47840" y="1730520"/>
            <a:ext cx="8193240" cy="2361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FFFFFF"/>
              </a:buClr>
              <a:buFont typeface="Lucida Grande"/>
              <a:buChar char="&gt;"/>
              <a:defRPr lang="en-US" sz="24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Arial"/>
              <a:buChar char="–"/>
              <a:defRPr lang="en-US" sz="20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FFFFFF"/>
              </a:buClr>
              <a:buFont typeface="Lucida Grande"/>
              <a:buChar char="&gt;"/>
              <a:defRPr lang="en-US" sz="18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Font typeface="Arial"/>
              <a:buChar char="–"/>
              <a:defRPr lang="en-US" sz="16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defRPr>
            </a:lvl4pPr>
            <a:lvl5pPr lvl="4" algn="l" defTabSz="457200">
              <a:lnSpc>
                <a:spcPct val="100000"/>
              </a:lnSpc>
              <a:spcBef>
                <a:spcPts val="281"/>
              </a:spcBef>
              <a:buClr>
                <a:srgbClr val="FFFFFF"/>
              </a:buClr>
              <a:buFont typeface="Lucida Grande"/>
              <a:buChar char="&gt;"/>
              <a:defRPr lang="en-US" sz="14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FFFFFF"/>
              </a:buClr>
              <a:buFont typeface="Lucida Grande"/>
              <a:buChar char="&gt;"/>
            </a:pPr>
            <a:r>
              <a:rPr lang="en-US" sz="24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rPr>
              <a:t>Content here (Open Sans Bold, 24 pt.)</a:t>
            </a:r>
            <a:endParaRPr lang="en-US" sz="2400" b="1" u="none" strike="noStrike">
              <a:solidFill>
                <a:schemeClr val="lt2"/>
              </a:solidFill>
              <a:effectLst/>
              <a:uFillTx/>
              <a:latin typeface="Open San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Arial"/>
              <a:buChar char="–"/>
            </a:pP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rPr>
              <a:t>Second level (Open Sans Bold, 20)</a:t>
            </a:r>
            <a:endParaRPr lang="en-US" sz="2000" b="1" u="none" strike="noStrike">
              <a:solidFill>
                <a:schemeClr val="lt2"/>
              </a:solidFill>
              <a:effectLst/>
              <a:uFillTx/>
              <a:latin typeface="Open San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FFFFFF"/>
              </a:buClr>
              <a:buFont typeface="Lucida Grande"/>
              <a:buChar char="&gt;"/>
            </a:pPr>
            <a:r>
              <a:rPr lang="en-US" sz="18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rPr>
              <a:t>Third level (Open Sans Bold, 18)</a:t>
            </a:r>
            <a:endParaRPr lang="en-US" sz="1800" b="1" u="none" strike="noStrike">
              <a:solidFill>
                <a:schemeClr val="lt2"/>
              </a:solidFill>
              <a:effectLst/>
              <a:uFillTx/>
              <a:latin typeface="Open San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Font typeface="Arial"/>
              <a:buChar char="–"/>
            </a:pPr>
            <a:r>
              <a:rPr lang="en-US" sz="16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rPr>
              <a:t>Fourth level (Open Sans Bold, 16)</a:t>
            </a:r>
            <a:endParaRPr lang="en-US" sz="1600" b="1" u="none" strike="noStrike">
              <a:solidFill>
                <a:schemeClr val="lt2"/>
              </a:solidFill>
              <a:effectLst/>
              <a:uFillTx/>
              <a:latin typeface="Open San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281"/>
              </a:spcBef>
              <a:buClr>
                <a:srgbClr val="FFFFFF"/>
              </a:buClr>
              <a:buFont typeface="Lucida Grande"/>
              <a:buChar char="&gt;"/>
            </a:pPr>
            <a:r>
              <a:rPr lang="en-US" sz="14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rPr>
              <a:t>Fifth level (Open Sans Bold, 14)</a:t>
            </a:r>
            <a:endParaRPr lang="en-US" sz="1400" b="1" u="none" strike="noStrike">
              <a:solidFill>
                <a:schemeClr val="lt2"/>
              </a:solidFill>
              <a:effectLst/>
              <a:uFillTx/>
              <a:latin typeface="Open Sans"/>
            </a:endParaRPr>
          </a:p>
        </p:txBody>
      </p:sp>
      <p:pic>
        <p:nvPicPr>
          <p:cNvPr id="19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7484040" y="4219920"/>
            <a:ext cx="1367640" cy="919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eader + Graphic">
    <p:bg>
      <p:bgPr>
        <a:solidFill>
          <a:srgbClr val="4B2E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60440" y="370800"/>
            <a:ext cx="8180640" cy="98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rPr>
              <a:t>HEADER HERE </a:t>
            </a:r>
            <a:br>
              <a:rPr sz="3000"/>
            </a:br>
            <a:r>
              <a:rPr lang="en-US" sz="3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rPr>
              <a:t>(ENCODE NORMAL BLACK, 30 PT.)</a:t>
            </a:r>
            <a:endParaRPr lang="en-US" sz="3000" b="1" u="none" strike="noStrike">
              <a:solidFill>
                <a:schemeClr val="lt2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21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49000" y="1363680"/>
            <a:ext cx="1099800" cy="9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47840" y="1725120"/>
            <a:ext cx="8180640" cy="2824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400" b="0" i="1" u="none" strike="noStrike">
                <a:solidFill>
                  <a:srgbClr val="FFFFFF"/>
                </a:solidFill>
                <a:effectLst/>
                <a:uFillTx/>
                <a:latin typeface="Open Sans Ligh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rgbClr val="FFFFFF"/>
                </a:solidFill>
                <a:effectLst/>
                <a:uFillTx/>
                <a:latin typeface="Open Sans Light"/>
              </a:rPr>
              <a:t>Graphics can go here – </a:t>
            </a:r>
            <a:br>
              <a:rPr sz="2400"/>
            </a:br>
            <a:r>
              <a:rPr lang="en-US" sz="2400" b="0" i="1" u="none" strike="noStrike">
                <a:solidFill>
                  <a:srgbClr val="FFFFFF"/>
                </a:solidFill>
                <a:effectLst/>
                <a:uFillTx/>
                <a:latin typeface="Open Sans Light"/>
              </a:rPr>
              <a:t>replace this box with your image or chart</a:t>
            </a:r>
            <a:endParaRPr lang="en-US" sz="2400" b="0" i="1" u="none" strike="noStrike">
              <a:solidFill>
                <a:srgbClr val="FFFFFF"/>
              </a:solidFill>
              <a:effectLst/>
              <a:uFillTx/>
              <a:latin typeface="Open Sans Light"/>
            </a:endParaRPr>
          </a:p>
        </p:txBody>
      </p:sp>
      <p:pic>
        <p:nvPicPr>
          <p:cNvPr id="23" name="Pictur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104880" y="4675680"/>
            <a:ext cx="2536200" cy="1684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Only">
    <p:bg>
      <p:bgPr>
        <a:solidFill>
          <a:srgbClr val="E2CA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60440" y="645120"/>
            <a:ext cx="7019640" cy="2637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TITLE HERE</a:t>
            </a:r>
            <a:br>
              <a:rPr sz="5000"/>
            </a:b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ENCODE NORMAL</a:t>
            </a:r>
            <a:br>
              <a:rPr sz="5000"/>
            </a:b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BLACK, 50 PT. </a:t>
            </a:r>
            <a:endParaRPr lang="en-US" sz="5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25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69520" y="3426480"/>
            <a:ext cx="1593360" cy="13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568080" y="4599000"/>
            <a:ext cx="2412360" cy="208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Pictur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484040" y="4219920"/>
            <a:ext cx="1367640" cy="919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">
    <p:bg>
      <p:bgPr>
        <a:solidFill>
          <a:srgbClr val="E2CA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60440" y="645120"/>
            <a:ext cx="6968520" cy="2637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TITLE HERE</a:t>
            </a:r>
            <a:br>
              <a:rPr sz="5000"/>
            </a:b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ENCODE NORMAL</a:t>
            </a:r>
            <a:br>
              <a:rPr sz="5000"/>
            </a:b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BLACK, 50 PT. </a:t>
            </a:r>
            <a:endParaRPr lang="en-US" sz="5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29" name="Pictur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69520" y="3426480"/>
            <a:ext cx="1593360" cy="13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Pictur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568080" y="4675680"/>
            <a:ext cx="2536200" cy="16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484040" y="4219920"/>
            <a:ext cx="1367640" cy="919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 Layout">
    <p:bg>
      <p:bgPr>
        <a:solidFill>
          <a:srgbClr val="E2CA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60440" y="369720"/>
            <a:ext cx="8180640" cy="98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HEADER HERE </a:t>
            </a:r>
            <a:br>
              <a:rPr sz="3000"/>
            </a:b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(ENCODE NORMAL BLACK, 30 PT.)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33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55840" y="1363680"/>
            <a:ext cx="1086120" cy="9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60440" y="1730520"/>
            <a:ext cx="8180640" cy="40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9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defRPr>
            </a:lvl1pPr>
          </a:lstStyle>
          <a:p>
            <a:pPr indent="0" algn="l" defTabSz="457200">
              <a:lnSpc>
                <a:spcPct val="9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SUB-HEADER HERE (UNI SANS REGULAR, 24 PT.)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47840" y="2320200"/>
            <a:ext cx="8193240" cy="224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  <a:defRPr lang="en-US" sz="2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Arial"/>
              <a:buChar char="–"/>
              <a:tabLst>
                <a:tab pos="0" algn="l"/>
              </a:tabLst>
              <a:def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  <a:def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4B2E83"/>
              </a:buClr>
              <a:buFont typeface="Arial"/>
              <a:buChar char="–"/>
              <a:tabLst>
                <a:tab pos="0" algn="l"/>
              </a:tabLst>
              <a:defRPr lang="en-US" sz="16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4pPr>
            <a:lvl5pPr lvl="4" algn="l" defTabSz="457200">
              <a:lnSpc>
                <a:spcPct val="100000"/>
              </a:lnSpc>
              <a:spcBef>
                <a:spcPts val="281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  <a:defRPr lang="en-US" sz="1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Content here (Open Sans Bold, 24 pt.)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Second level (Open Sans Bold, 20)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Third level (Open Sans Bold, 18)</a:t>
            </a:r>
            <a:endParaRPr lang="en-US" sz="18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4B2E83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Fourth level (Open Sans Bold, 16)</a:t>
            </a:r>
            <a:endParaRPr lang="en-US" sz="16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281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Fifth level (Open Sans Bold, 14)</a:t>
            </a:r>
            <a:endParaRPr lang="en-US" sz="1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pic>
        <p:nvPicPr>
          <p:cNvPr id="36" name="Pictur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104880" y="4675680"/>
            <a:ext cx="2536200" cy="1684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ustom Layout">
    <p:bg>
      <p:bgPr>
        <a:solidFill>
          <a:srgbClr val="E2CA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60440" y="369720"/>
            <a:ext cx="8180640" cy="98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HEADER HERE </a:t>
            </a:r>
            <a:br>
              <a:rPr sz="3000"/>
            </a:b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(ENCODE NORMAL BLACK, 30 PT.)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38" name="Pictur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55840" y="1363680"/>
            <a:ext cx="1086120" cy="9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47840" y="1730520"/>
            <a:ext cx="8193240" cy="2361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  <a:defRPr lang="en-US" sz="2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Arial"/>
              <a:buChar char="–"/>
              <a:def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4B2E83"/>
              </a:buClr>
              <a:buFont typeface="Lucida Grande"/>
              <a:buChar char="&gt;"/>
              <a:def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4B2E83"/>
              </a:buClr>
              <a:buFont typeface="Arial"/>
              <a:buChar char="–"/>
              <a:defRPr lang="en-US" sz="16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4pPr>
            <a:lvl5pPr lvl="4" algn="l" defTabSz="457200">
              <a:lnSpc>
                <a:spcPct val="100000"/>
              </a:lnSpc>
              <a:spcBef>
                <a:spcPts val="281"/>
              </a:spcBef>
              <a:buClr>
                <a:srgbClr val="4B2E83"/>
              </a:buClr>
              <a:buFont typeface="Lucida Grande"/>
              <a:buChar char="&gt;"/>
              <a:defRPr lang="en-US" sz="1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Content here (Open Sans Bold, 24 pt.)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Arial"/>
              <a:buChar char="–"/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Second level (Open Sans Bold, 20)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4B2E83"/>
              </a:buClr>
              <a:buFont typeface="Lucida Grande"/>
              <a:buChar char="&gt;"/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Third level (Open Sans Bold, 18)</a:t>
            </a:r>
            <a:endParaRPr lang="en-US" sz="18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4B2E83"/>
              </a:buClr>
              <a:buFont typeface="Arial"/>
              <a:buChar char="–"/>
            </a:pPr>
            <a:r>
              <a:rPr lang="en-US" sz="16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Fourth level (Open Sans Bold, 16)</a:t>
            </a:r>
            <a:endParaRPr lang="en-US" sz="16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281"/>
              </a:spcBef>
              <a:buClr>
                <a:srgbClr val="4B2E83"/>
              </a:buClr>
              <a:buFont typeface="Lucida Grande"/>
              <a:buChar char="&gt;"/>
            </a:pPr>
            <a:r>
              <a:rPr lang="en-US" sz="1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Fifth level (Open Sans Bold, 14)</a:t>
            </a:r>
            <a:endParaRPr lang="en-US" sz="1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pic>
        <p:nvPicPr>
          <p:cNvPr id="40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7484040" y="4219920"/>
            <a:ext cx="1367640" cy="919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Custom Layout">
    <p:bg>
      <p:bgPr>
        <a:solidFill>
          <a:srgbClr val="E2CA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60440" y="381600"/>
            <a:ext cx="8168400" cy="98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HEADER HERE </a:t>
            </a:r>
            <a:br>
              <a:rPr sz="3000"/>
            </a:b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(ENCODE NORMAL BLACK, 30 PT.)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42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55840" y="1363680"/>
            <a:ext cx="1086120" cy="9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47840" y="1725120"/>
            <a:ext cx="8180640" cy="2957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400" b="0" i="1" u="none" strike="noStrike">
                <a:solidFill>
                  <a:schemeClr val="dk1"/>
                </a:solidFill>
                <a:effectLst/>
                <a:uFillTx/>
                <a:latin typeface="Open Sans Ligh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Open Sans Light"/>
              </a:rPr>
              <a:t>Graphics can go here – </a:t>
            </a:r>
            <a:br>
              <a:rPr sz="2400"/>
            </a:b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Open Sans Light"/>
              </a:rPr>
              <a:t>replace this box with your image or chart</a:t>
            </a:r>
            <a:endParaRPr lang="en-US" sz="2400" b="0" i="1" u="none" strike="noStrike">
              <a:solidFill>
                <a:schemeClr val="dk1"/>
              </a:solidFill>
              <a:effectLst/>
              <a:uFillTx/>
              <a:latin typeface="Open Sans Light"/>
            </a:endParaRPr>
          </a:p>
        </p:txBody>
      </p:sp>
      <p:pic>
        <p:nvPicPr>
          <p:cNvPr id="44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104880" y="4675680"/>
            <a:ext cx="2536200" cy="1684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60440" y="645120"/>
            <a:ext cx="7019640" cy="2637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TITLE HERE</a:t>
            </a:r>
            <a:br>
              <a:rPr sz="5000"/>
            </a:b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ENCODE NORMAL</a:t>
            </a:r>
            <a:br>
              <a:rPr sz="5000"/>
            </a:b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BLACK, 50 PT. </a:t>
            </a:r>
            <a:endParaRPr lang="en-US" sz="5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46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68080" y="3426480"/>
            <a:ext cx="1596240" cy="13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568080" y="4599000"/>
            <a:ext cx="2421360" cy="20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484040" y="4219920"/>
            <a:ext cx="1367640" cy="919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60440" y="645120"/>
            <a:ext cx="7019640" cy="2637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TITLE HERE</a:t>
            </a:r>
            <a:br>
              <a:rPr sz="5000"/>
            </a:b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ENCODE NORMAL</a:t>
            </a:r>
            <a:br>
              <a:rPr sz="5000"/>
            </a:b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BLACK, 50 PT. </a:t>
            </a:r>
            <a:endParaRPr lang="en-US" sz="5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50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68080" y="3426480"/>
            <a:ext cx="1596240" cy="13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568080" y="4675680"/>
            <a:ext cx="2536200" cy="16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484040" y="4219920"/>
            <a:ext cx="1367640" cy="919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3240" cy="98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HEADER HERE </a:t>
            </a:r>
            <a:br>
              <a:rPr sz="3000"/>
            </a:b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(ENCODE NORMAL BLACK, 30 PT.)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54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49000" y="1363680"/>
            <a:ext cx="1099800" cy="9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60440" y="1730520"/>
            <a:ext cx="8180640" cy="40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9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defRPr>
            </a:lvl1pPr>
          </a:lstStyle>
          <a:p>
            <a:pPr indent="0" algn="l" defTabSz="457200">
              <a:lnSpc>
                <a:spcPct val="9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SUB-HEADER HERE (UNI SANS REGULAR, 24 PT.)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47840" y="2320200"/>
            <a:ext cx="8193240" cy="224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  <a:defRPr lang="en-US" sz="2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Arial"/>
              <a:buChar char="–"/>
              <a:tabLst>
                <a:tab pos="0" algn="l"/>
              </a:tabLst>
              <a:def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  <a:def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4B2E83"/>
              </a:buClr>
              <a:buFont typeface="Arial"/>
              <a:buChar char="–"/>
              <a:tabLst>
                <a:tab pos="0" algn="l"/>
              </a:tabLst>
              <a:defRPr lang="en-US" sz="16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4pPr>
            <a:lvl5pPr lvl="4" algn="l" defTabSz="457200">
              <a:lnSpc>
                <a:spcPct val="100000"/>
              </a:lnSpc>
              <a:spcBef>
                <a:spcPts val="281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  <a:defRPr lang="en-US" sz="1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Content here (Open Sans Bold, 24 pt.)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Second level (Open Sans Bold, 20)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Third level (Open Sans Bold, 18)</a:t>
            </a:r>
            <a:endParaRPr lang="en-US" sz="18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4B2E83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Fourth level (Open Sans Bold, 16)</a:t>
            </a:r>
            <a:endParaRPr lang="en-US" sz="16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281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Fifth level (Open Sans Bold, 14)</a:t>
            </a:r>
            <a:endParaRPr lang="en-US" sz="1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pic>
        <p:nvPicPr>
          <p:cNvPr id="57" name="Pictur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104880" y="4675680"/>
            <a:ext cx="2536200" cy="1684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60440" y="370800"/>
            <a:ext cx="8180640" cy="98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HEADER HERE </a:t>
            </a:r>
            <a:br>
              <a:rPr sz="3000"/>
            </a:b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(ENCODE NORMAL BLACK, 30 PT.)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59" name="Pictur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49000" y="1363680"/>
            <a:ext cx="1099800" cy="9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47840" y="1730520"/>
            <a:ext cx="8193240" cy="2361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  <a:defRPr lang="en-US" sz="2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Arial"/>
              <a:buChar char="–"/>
              <a:def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4B2E83"/>
              </a:buClr>
              <a:buFont typeface="Lucida Grande"/>
              <a:buChar char="&gt;"/>
              <a:def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4B2E83"/>
              </a:buClr>
              <a:buFont typeface="Arial"/>
              <a:buChar char="–"/>
              <a:defRPr lang="en-US" sz="16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4pPr>
            <a:lvl5pPr lvl="4" algn="l" defTabSz="457200">
              <a:lnSpc>
                <a:spcPct val="100000"/>
              </a:lnSpc>
              <a:spcBef>
                <a:spcPts val="281"/>
              </a:spcBef>
              <a:buClr>
                <a:srgbClr val="4B2E83"/>
              </a:buClr>
              <a:buFont typeface="Lucida Grande"/>
              <a:buChar char="&gt;"/>
              <a:defRPr lang="en-US" sz="1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Content here (Open Sans Bold, 24 pt.)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Arial"/>
              <a:buChar char="–"/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Second level (Open Sans Bold, 20)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4B2E83"/>
              </a:buClr>
              <a:buFont typeface="Lucida Grande"/>
              <a:buChar char="&gt;"/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Third level (Open Sans Bold, 18)</a:t>
            </a:r>
            <a:endParaRPr lang="en-US" sz="18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4B2E83"/>
              </a:buClr>
              <a:buFont typeface="Arial"/>
              <a:buChar char="–"/>
            </a:pPr>
            <a:r>
              <a:rPr lang="en-US" sz="16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Fourth level (Open Sans Bold, 16)</a:t>
            </a:r>
            <a:endParaRPr lang="en-US" sz="16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281"/>
              </a:spcBef>
              <a:buClr>
                <a:srgbClr val="4B2E83"/>
              </a:buClr>
              <a:buFont typeface="Lucida Grande"/>
              <a:buChar char="&gt;"/>
            </a:pPr>
            <a:r>
              <a:rPr lang="en-US" sz="1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Fifth level (Open Sans Bold, 14)</a:t>
            </a:r>
            <a:endParaRPr lang="en-US" sz="1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pic>
        <p:nvPicPr>
          <p:cNvPr id="61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7484040" y="4219920"/>
            <a:ext cx="1367640" cy="919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60440" y="369720"/>
            <a:ext cx="8168400" cy="98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HEADER HERE </a:t>
            </a:r>
            <a:br>
              <a:rPr sz="3000"/>
            </a:b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(ENCODE NORMAL BLACK, 30 PT.)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63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49000" y="1363680"/>
            <a:ext cx="1099800" cy="9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47840" y="1725120"/>
            <a:ext cx="8180640" cy="2957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400" b="0" i="1" u="none" strike="noStrike">
                <a:solidFill>
                  <a:schemeClr val="dk1"/>
                </a:solidFill>
                <a:effectLst/>
                <a:uFillTx/>
                <a:latin typeface="Open Sans Ligh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Open Sans Light"/>
              </a:rPr>
              <a:t>Graphics can go here – </a:t>
            </a:r>
            <a:br>
              <a:rPr sz="2400"/>
            </a:b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Open Sans Light"/>
              </a:rPr>
              <a:t>replace this box with your image or chart</a:t>
            </a:r>
            <a:endParaRPr lang="en-US" sz="2400" b="0" i="1" u="none" strike="noStrike">
              <a:solidFill>
                <a:schemeClr val="dk1"/>
              </a:solidFill>
              <a:effectLst/>
              <a:uFillTx/>
              <a:latin typeface="Open Sans Light"/>
            </a:endParaRPr>
          </a:p>
        </p:txBody>
      </p:sp>
      <p:pic>
        <p:nvPicPr>
          <p:cNvPr id="65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104880" y="4675680"/>
            <a:ext cx="2536200" cy="1684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  <p:sldLayoutId id="2147483656" r:id="rId3"/>
    <p:sldLayoutId id="2147483657" r:id="rId4"/>
    <p:sldLayoutId id="2147483658" r:id="rId5"/>
    <p:sldLayoutId id="2147483659" r:id="rId6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  <p:sldLayoutId id="2147483664" r:id="rId5"/>
    <p:sldLayoutId id="2147483665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0.gif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60440" y="645120"/>
            <a:ext cx="6968520" cy="2637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rPr>
              <a:t>GPU Architecture meeting 4</a:t>
            </a:r>
            <a:endParaRPr lang="en-US" sz="5000" b="1" u="none" strike="noStrike">
              <a:solidFill>
                <a:schemeClr val="lt2"/>
              </a:solidFill>
              <a:effectLst/>
              <a:uFillTx/>
              <a:latin typeface="Encode Sans Norm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3240" cy="98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Thank you everyone!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60440" y="1730520"/>
            <a:ext cx="8180640" cy="40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Final meeting for the quarter!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47840" y="2320200"/>
            <a:ext cx="4535640" cy="224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Github commits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Testing your modules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Where we’re going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Next steps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pic>
        <p:nvPicPr>
          <p:cNvPr id="70" name=""/>
          <p:cNvPicPr/>
          <p:nvPr/>
        </p:nvPicPr>
        <p:blipFill>
          <a:blip r:embed="rId1"/>
          <a:stretch/>
        </p:blipFill>
        <p:spPr>
          <a:xfrm>
            <a:off x="5029200" y="1143000"/>
            <a:ext cx="3580920" cy="3544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3240" cy="98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Github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60440" y="1730520"/>
            <a:ext cx="8180640" cy="40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Please do the following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47840" y="2320200"/>
            <a:ext cx="3894840" cy="224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-32400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If you haven’t yet, create a GitHub Account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indent="-32400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Access the GPU repository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indent="-32400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Clone it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indent="-32400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https://github.com/TBC-Projects/GPU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pic>
        <p:nvPicPr>
          <p:cNvPr id="74" name=""/>
          <p:cNvPicPr/>
          <p:nvPr/>
        </p:nvPicPr>
        <p:blipFill>
          <a:blip r:embed="rId1"/>
          <a:stretch/>
        </p:blipFill>
        <p:spPr>
          <a:xfrm>
            <a:off x="4114800" y="1600200"/>
            <a:ext cx="4856400" cy="285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3240" cy="98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Github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180640" cy="40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Now I need you to commit any modules you’ve made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228600" y="2094840"/>
            <a:ext cx="4809240" cy="224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343080"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Hierarchy should be as follows 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Gpu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OpenSymbol"/>
              <a:buChar char="↳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Testing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OpenSymbol"/>
              <a:buChar char="↳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[Your Name/netid/username]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[example].sv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[example2].sv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pic>
        <p:nvPicPr>
          <p:cNvPr id="78" name=""/>
          <p:cNvPicPr/>
          <p:nvPr/>
        </p:nvPicPr>
        <p:blipFill>
          <a:blip r:embed="rId1"/>
          <a:stretch/>
        </p:blipFill>
        <p:spPr>
          <a:xfrm>
            <a:off x="4800600" y="2057400"/>
            <a:ext cx="3857040" cy="200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PlaceHolder 7"/>
          <p:cNvSpPr/>
          <p:nvPr/>
        </p:nvSpPr>
        <p:spPr>
          <a:xfrm>
            <a:off x="277200" y="4621680"/>
            <a:ext cx="81806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9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When your changes are made, make a pull request to the main branch!!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3240" cy="98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Logic Simulation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60440" y="1730520"/>
            <a:ext cx="8180640" cy="40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So yeah, it’s not immediately obvious if your solution is the correct one, we should test behavior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447840" y="2514600"/>
            <a:ext cx="6409800" cy="224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-324000" algn="l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Simulate the device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Device Under Test 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indent="-324000" algn="l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Stimulate the device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Inputs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Read outputs, match to correct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pic>
        <p:nvPicPr>
          <p:cNvPr id="83" name=""/>
          <p:cNvPicPr/>
          <p:nvPr/>
        </p:nvPicPr>
        <p:blipFill>
          <a:blip r:embed="rId1"/>
          <a:stretch/>
        </p:blipFill>
        <p:spPr>
          <a:xfrm>
            <a:off x="5145120" y="2455920"/>
            <a:ext cx="3541320" cy="1658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3240" cy="98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Simulation Demo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60440" y="1730520"/>
            <a:ext cx="8180640" cy="40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Basic test bench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447840" y="2514600"/>
            <a:ext cx="8467200" cy="224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-324000" algn="l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4 to 1 mux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3240" cy="98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Where this is all going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506160" y="1600200"/>
            <a:ext cx="8180640" cy="40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The Registers look like this, and feed their two outputs to the ALU to do one of its functions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pic>
        <p:nvPicPr>
          <p:cNvPr id="89" name=""/>
          <p:cNvPicPr/>
          <p:nvPr/>
        </p:nvPicPr>
        <p:blipFill>
          <a:blip r:embed="rId1"/>
          <a:stretch/>
        </p:blipFill>
        <p:spPr>
          <a:xfrm>
            <a:off x="4572000" y="2286000"/>
            <a:ext cx="3240360" cy="2252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"/>
          <p:cNvPicPr/>
          <p:nvPr/>
        </p:nvPicPr>
        <p:blipFill>
          <a:blip r:embed="rId2"/>
          <a:stretch/>
        </p:blipFill>
        <p:spPr>
          <a:xfrm>
            <a:off x="437400" y="2265120"/>
            <a:ext cx="3677400" cy="2535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3240" cy="98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Where this is all going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506160" y="1600200"/>
            <a:ext cx="8180640" cy="40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Once these pieces completed, we put together to make a processor (right now, we are hand waving memory)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pic>
        <p:nvPicPr>
          <p:cNvPr id="93" name=""/>
          <p:cNvPicPr/>
          <p:nvPr/>
        </p:nvPicPr>
        <p:blipFill>
          <a:blip r:embed="rId1"/>
          <a:stretch/>
        </p:blipFill>
        <p:spPr>
          <a:xfrm>
            <a:off x="984600" y="2514600"/>
            <a:ext cx="4273200" cy="247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PlaceHolder 20"/>
          <p:cNvSpPr txBox="1"/>
          <p:nvPr/>
        </p:nvSpPr>
        <p:spPr>
          <a:xfrm>
            <a:off x="5257800" y="2971800"/>
            <a:ext cx="8180640" cy="40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defTabSz="457200">
              <a:lnSpc>
                <a:spcPct val="9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Henceforth this = Thread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3240" cy="98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Where this is all going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506160" y="1650240"/>
            <a:ext cx="8180640" cy="40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So when does this become a gpu?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sp>
        <p:nvSpPr>
          <p:cNvPr id="97" name="PlaceHolder 13"/>
          <p:cNvSpPr txBox="1"/>
          <p:nvPr/>
        </p:nvSpPr>
        <p:spPr>
          <a:xfrm>
            <a:off x="448200" y="2320200"/>
            <a:ext cx="5038200" cy="224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-324000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What if we had a bunch of these?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3240" cy="98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Where this is all going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506160" y="1730520"/>
            <a:ext cx="8180640" cy="40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Our registers will contain this 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graphicFrame>
        <p:nvGraphicFramePr>
          <p:cNvPr id="100" name=""/>
          <p:cNvGraphicFramePr/>
          <p:nvPr/>
        </p:nvGraphicFramePr>
        <p:xfrm>
          <a:off x="550080" y="2321280"/>
          <a:ext cx="1853640" cy="2408040"/>
        </p:xfrm>
        <a:graphic>
          <a:graphicData uri="http://schemas.openxmlformats.org/drawingml/2006/table">
            <a:tbl>
              <a:tblPr/>
              <a:tblGrid>
                <a:gridCol w="1853640"/>
              </a:tblGrid>
              <a:tr h="401400">
                <a:tc>
                  <a:txBody>
                    <a:bodyPr lIns="36000" tIns="36000" rIns="36000" bIns="36000" anchor="t" anchorCtr="1">
                      <a:noAutofit/>
                    </a:bodyPr>
                    <a:p>
                      <a:pPr 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X15: Read only identifier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14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X14: Block dimension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14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  <a:ea typeface="Noto Sans"/>
                        </a:rPr>
                        <a:t>X13: </a:t>
                      </a: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Read only 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14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...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14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X0: General Purpose Register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1" name="PlaceHolder 14"/>
          <p:cNvSpPr txBox="1"/>
          <p:nvPr/>
        </p:nvSpPr>
        <p:spPr>
          <a:xfrm>
            <a:off x="2505960" y="2395440"/>
            <a:ext cx="5952240" cy="224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-324000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Identifier (we will need this)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indent="-324000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Important for matrices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indent="-324000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Zero only (critical for a number of operations)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indent="-324000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indent="-324000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Rest are for storing the actual values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3240" cy="98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Where this is all going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506160" y="1730520"/>
            <a:ext cx="8180640" cy="40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Zooming out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graphicFrame>
        <p:nvGraphicFramePr>
          <p:cNvPr id="104" name=""/>
          <p:cNvGraphicFramePr/>
          <p:nvPr/>
        </p:nvGraphicFramePr>
        <p:xfrm>
          <a:off x="550080" y="2321280"/>
          <a:ext cx="1853640" cy="2408040"/>
        </p:xfrm>
        <a:graphic>
          <a:graphicData uri="http://schemas.openxmlformats.org/drawingml/2006/table">
            <a:tbl>
              <a:tblPr/>
              <a:tblGrid>
                <a:gridCol w="1853640"/>
              </a:tblGrid>
              <a:tr h="401400">
                <a:tc>
                  <a:txBody>
                    <a:bodyPr lIns="36000" tIns="36000" rIns="36000" bIns="36000" anchor="t" anchorCtr="1">
                      <a:noAutofit/>
                    </a:bodyPr>
                    <a:p>
                      <a:pPr 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X15: Read only identifier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14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X14: Block dimension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14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  <a:ea typeface="Noto Sans"/>
                        </a:rPr>
                        <a:t>X13: Current Block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14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...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14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X0: General Purpose Register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5" name="PlaceHolder 17"/>
          <p:cNvSpPr txBox="1"/>
          <p:nvPr/>
        </p:nvSpPr>
        <p:spPr>
          <a:xfrm>
            <a:off x="2505960" y="2395440"/>
            <a:ext cx="5952240" cy="224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-324000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Identifier (we will need this)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indent="-324000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</a:t>
            </a: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Information about current process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indent="-324000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Information about current process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indent="-324000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indent="-324000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Rest are for storing the actual values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3240" cy="98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Where this is all going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506160" y="1730520"/>
            <a:ext cx="8180640" cy="40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Zooming out further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graphicFrame>
        <p:nvGraphicFramePr>
          <p:cNvPr id="108" name=""/>
          <p:cNvGraphicFramePr/>
          <p:nvPr/>
        </p:nvGraphicFramePr>
        <p:xfrm>
          <a:off x="4986360" y="1640160"/>
          <a:ext cx="3801240" cy="2394000"/>
        </p:xfrm>
        <a:graphic>
          <a:graphicData uri="http://schemas.openxmlformats.org/drawingml/2006/table">
            <a:tbl>
              <a:tblPr/>
              <a:tblGrid>
                <a:gridCol w="1900800"/>
                <a:gridCol w="1900440"/>
              </a:tblGrid>
              <a:tr h="0">
                <a:tc gridSpan="2">
                  <a:txBody>
                    <a:bodyPr lIns="36000" tIns="36000" rIns="36000" bIns="36000" anchor="t" anchorCtr="1">
                      <a:noAutofit/>
                    </a:bodyPr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Scheduler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36000" tIns="36000" rIns="36000" bIns="36000" anchor="t" anchorCtr="1">
                      <a:noAutofit/>
                    </a:bodyPr>
                    <a:p>
                      <a:pPr algn="ctr"/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 gridSpan="2">
                  <a:txBody>
                    <a:bodyPr lIns="36000" tIns="36000" rIns="36000" bIns="36000" anchor="t" anchorCtr="1">
                      <a:noAutofit/>
                    </a:bodyPr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Controls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36000" tIns="36000" rIns="36000" bIns="36000" anchor="t" anchorCtr="1">
                      <a:noAutofit/>
                    </a:bodyPr>
                    <a:p>
                      <a:pPr algn="ctr"/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Thread 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  <a:p>
                      <a:pPr algn="ctr"/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Thread 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14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Thread 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  <a:p>
                      <a:pPr algn="ctr"/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Thread 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9" name="PlaceHolder 21"/>
          <p:cNvSpPr txBox="1"/>
          <p:nvPr/>
        </p:nvSpPr>
        <p:spPr>
          <a:xfrm>
            <a:off x="228600" y="2286000"/>
            <a:ext cx="4572000" cy="224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-324000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Scheduler to manage what each thread does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indent="-324000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All of this together will be a </a:t>
            </a:r>
            <a:r>
              <a:rPr lang="en-US" sz="2000" b="1" u="sng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core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indent="-324000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We can go further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3240" cy="98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Where this is all going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506160" y="1730520"/>
            <a:ext cx="8180640" cy="40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Zooming out even further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graphicFrame>
        <p:nvGraphicFramePr>
          <p:cNvPr id="112" name=""/>
          <p:cNvGraphicFramePr/>
          <p:nvPr/>
        </p:nvGraphicFramePr>
        <p:xfrm>
          <a:off x="4986360" y="1640160"/>
          <a:ext cx="3801240" cy="2394000"/>
        </p:xfrm>
        <a:graphic>
          <a:graphicData uri="http://schemas.openxmlformats.org/drawingml/2006/table">
            <a:tbl>
              <a:tblPr/>
              <a:tblGrid>
                <a:gridCol w="1900800"/>
                <a:gridCol w="1900440"/>
              </a:tblGrid>
              <a:tr h="0">
                <a:tc gridSpan="2">
                  <a:txBody>
                    <a:bodyPr lIns="36000" tIns="36000" rIns="36000" bIns="36000" anchor="t" anchorCtr="1">
                      <a:noAutofit/>
                    </a:bodyPr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Dispatch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36000" tIns="36000" rIns="36000" bIns="36000" anchor="t" anchorCtr="1">
                      <a:noAutofit/>
                    </a:bodyPr>
                    <a:p>
                      <a:pPr algn="ctr"/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Core 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  <a:p>
                      <a:pPr algn="ctr"/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Core 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14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Core 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  <a:p>
                      <a:pPr algn="ctr"/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Core 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3" name="PlaceHolder 24"/>
          <p:cNvSpPr txBox="1"/>
          <p:nvPr/>
        </p:nvSpPr>
        <p:spPr>
          <a:xfrm>
            <a:off x="228600" y="2286000"/>
            <a:ext cx="4572000" cy="224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-324000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Dispatch breaks up an input kernel into blocks, distributes it to an available core, tracks state of each core 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3240" cy="98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Once again, thank you all!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60440" y="1730520"/>
            <a:ext cx="8180640" cy="40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Next meeting in the spring!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4b2e83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Custom Design">
  <a:themeElements>
    <a:clrScheme name="4b2e83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Custom Design">
  <a:themeElements>
    <a:clrScheme name="Custom 2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3010</TotalTime>
  <Application>LibreOffice/26.2.1.2$Linux_X86_64 LibreOffice_project/620$Build-2</Application>
  <AppVersion>15.0000</AppVersion>
  <Words>201</Words>
  <Paragraphs>15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2014-10-14T00:51:43Z</dcterms:created>
  <dc:creator>Alanya Cannon</dc:creator>
  <dc:description/>
  <dc:language>en-US</dc:language>
  <cp:lastModifiedBy/>
  <dcterms:modified xsi:type="dcterms:W3CDTF">2026-03-04T18:47:12Z</dcterms:modified>
  <cp:revision>43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  <property fmtid="{D5CDD505-2E9C-101B-9397-08002B2CF9AE}" pid="3" name="Slides">
    <vt:i4>4</vt:i4>
  </property>
</Properties>
</file>